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684C0-5B50-E4D6-7256-DD286F038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D1F04F-0DFE-73C8-928A-B8367DAF2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5F2F8B-AE00-2595-C9C8-CBEC6A52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51A4F-146E-B019-074E-5AF9D49FA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8E741-7947-2CDF-C3E9-1FFC3224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618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2F37E-86DA-8D25-4B10-EA71EFBC4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3FC52B-FC32-7ED9-3FE8-19378BDB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4F435D-295A-D746-F67E-C640632A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ADE3C-346E-14D7-1FAC-C3EDBF88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4385E6-57F2-46F6-7004-753936FA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5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F0B51-F1A2-A185-B5D4-10221726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D1E2F4-1C43-1850-EB1A-6F6D4D940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D0821-F195-E278-92D5-AFB24F5D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78B3E-D4DA-F040-9474-5D9A3976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225A7-0B13-BEB6-086A-B91E9B38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34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466A3-58E8-0F9F-4255-66FE3656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5E884-0535-C68E-9095-1FC061294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AAE6F-9DC6-5D9C-E26D-366C38CAB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818782-DC21-3F4A-CBA8-FC2B9876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B2F579-744A-8F6E-2245-A668DF2A4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D2041B-68FD-725D-2668-DE72F4A8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44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1F8AA-61E2-74C1-0832-1FD25CF04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0B09A4-CFBA-484F-420D-07F3E2BB5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8E61A4-C084-7449-DF64-0BFB5E515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F92087-A5F1-AE1B-CC0D-1E90A7C3E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5D8AFC-907B-1527-FFB3-8844E9A5E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F23D28-CEFD-A7E3-1819-11641134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DF8712-8AB3-363A-26C0-B57D04AF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3EFFA7-6418-1981-D047-8B1970D0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01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0DDD4-5E1E-43D3-3192-42C2C558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12FDAC-6FD5-0D3B-D1B5-98458DFD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5316D4-D4A0-DC52-AD17-7A26905A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E065C0-A13D-1174-3C2C-3D17F14C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82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0DFCA8-0604-EBB4-1241-3D5300D9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8B416E-8BC0-5836-CDF9-737784AC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4A8759-46F2-8220-D244-834427D4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95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8B992-FBFD-9C91-EA72-18777FCC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47E33-DF47-CCFC-3D6E-1D4F83ADD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26FDBE-C253-99AE-11F7-FE9719B50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4E8C0D-33FB-3E83-EF95-D64BAEA9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FCC3C2-477B-9BBC-ADC3-D47ABAC4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DAE3F5-9989-C143-5E93-3660DE15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89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E0AEC-B715-2349-A97F-60D7CBA4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9F1D27-AA18-51B5-7A33-1D0E63DD7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BC0E4B-8499-FDAE-8B66-FFCDAB904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EA79E-D904-BED1-2C1D-B555AF29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C1601D-16CE-A427-A848-1C8D2D41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BF6CB5-DAA8-6C8C-06A3-7CD7F338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430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0CBF1-AD92-382D-D0BB-9CCAD077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34EC81-7B7A-4E2C-8FCB-4B1B781AF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118B9-B61E-DB02-5A55-DBAF42D5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23DF67-E5BA-E21C-7371-CF54CC07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B3EF2-418F-09F2-1581-3365118B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86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D6A3BB9-5E14-65AB-661D-D6FA2FA6D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65C484-44F9-6C17-F88F-E8EFECBA4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9095F9-42CE-E1B0-A5DF-1E3BA75DB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53A63-003D-1198-1AD6-5394AE54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25CB2D-E55D-6406-E869-9A7814AB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76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B50EE9-6506-D603-BA88-9EDCE461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0C883-D313-A0A0-A733-C1A1B57B6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8812B7-AB1C-1E6B-F33A-7AFCC3B95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4116E-A384-4B23-8732-0938A720C64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4B009-8507-68F2-6EED-D67E45306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F4E56-424E-D59C-1C97-D6B9D6C6B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338851-A7F0-488E-AF73-01380A0EA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06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F05FC689-9851-D51C-41C0-F752461A636A}"/>
              </a:ext>
            </a:extLst>
          </p:cNvPr>
          <p:cNvSpPr/>
          <p:nvPr/>
        </p:nvSpPr>
        <p:spPr>
          <a:xfrm>
            <a:off x="1506415" y="334108"/>
            <a:ext cx="10480430" cy="6236676"/>
          </a:xfrm>
          <a:prstGeom prst="roundRect">
            <a:avLst>
              <a:gd name="adj" fmla="val 5567"/>
            </a:avLst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9F010B-E554-2D3E-DB3B-87948DAE890D}"/>
              </a:ext>
            </a:extLst>
          </p:cNvPr>
          <p:cNvSpPr/>
          <p:nvPr/>
        </p:nvSpPr>
        <p:spPr>
          <a:xfrm>
            <a:off x="2168769" y="1500554"/>
            <a:ext cx="105508" cy="314764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99A8DDC-1AEA-59DC-EB14-3DED150F1A92}"/>
              </a:ext>
            </a:extLst>
          </p:cNvPr>
          <p:cNvSpPr/>
          <p:nvPr/>
        </p:nvSpPr>
        <p:spPr>
          <a:xfrm>
            <a:off x="3379178" y="1043354"/>
            <a:ext cx="4803530" cy="11136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2CC3D2D-3129-C785-1C29-C15237A9FE2A}"/>
              </a:ext>
            </a:extLst>
          </p:cNvPr>
          <p:cNvSpPr/>
          <p:nvPr/>
        </p:nvSpPr>
        <p:spPr>
          <a:xfrm>
            <a:off x="4290646" y="2983523"/>
            <a:ext cx="105508" cy="314764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4796D0A-2DDE-DCC9-0D32-6A371F242340}"/>
              </a:ext>
            </a:extLst>
          </p:cNvPr>
          <p:cNvSpPr/>
          <p:nvPr/>
        </p:nvSpPr>
        <p:spPr>
          <a:xfrm>
            <a:off x="7112976" y="2591848"/>
            <a:ext cx="105508" cy="314764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77F92A8-01DF-2BB6-8FB0-7CBB7B66E3E3}"/>
              </a:ext>
            </a:extLst>
          </p:cNvPr>
          <p:cNvSpPr/>
          <p:nvPr/>
        </p:nvSpPr>
        <p:spPr>
          <a:xfrm>
            <a:off x="10234246" y="1201616"/>
            <a:ext cx="105508" cy="314764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33CED7-BD4A-5BFA-69B5-CDA976C3EC59}"/>
              </a:ext>
            </a:extLst>
          </p:cNvPr>
          <p:cNvSpPr/>
          <p:nvPr/>
        </p:nvSpPr>
        <p:spPr>
          <a:xfrm>
            <a:off x="5005753" y="4266152"/>
            <a:ext cx="4454769" cy="152400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66A4202-9E93-46FE-C2B4-64109849A7A0}"/>
              </a:ext>
            </a:extLst>
          </p:cNvPr>
          <p:cNvSpPr/>
          <p:nvPr/>
        </p:nvSpPr>
        <p:spPr>
          <a:xfrm>
            <a:off x="4923693" y="1878624"/>
            <a:ext cx="1418492" cy="1412631"/>
          </a:xfrm>
          <a:prstGeom prst="ellipse">
            <a:avLst/>
          </a:prstGeom>
          <a:solidFill>
            <a:schemeClr val="accent1">
              <a:lumMod val="40000"/>
              <a:lumOff val="60000"/>
              <a:alpha val="6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49A5C6-0D21-E57C-F38C-F6D6559206F5}"/>
              </a:ext>
            </a:extLst>
          </p:cNvPr>
          <p:cNvSpPr/>
          <p:nvPr/>
        </p:nvSpPr>
        <p:spPr>
          <a:xfrm>
            <a:off x="5486400" y="4583722"/>
            <a:ext cx="1418492" cy="1412631"/>
          </a:xfrm>
          <a:prstGeom prst="ellipse">
            <a:avLst/>
          </a:prstGeom>
          <a:solidFill>
            <a:schemeClr val="accent1">
              <a:lumMod val="40000"/>
              <a:lumOff val="60000"/>
              <a:alpha val="6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FB9315E-0CB2-BB71-D10F-08A286552796}"/>
              </a:ext>
            </a:extLst>
          </p:cNvPr>
          <p:cNvSpPr/>
          <p:nvPr/>
        </p:nvSpPr>
        <p:spPr>
          <a:xfrm>
            <a:off x="8068407" y="2106175"/>
            <a:ext cx="1418492" cy="1764076"/>
          </a:xfrm>
          <a:prstGeom prst="ellipse">
            <a:avLst/>
          </a:prstGeom>
          <a:solidFill>
            <a:schemeClr val="accent1">
              <a:lumMod val="40000"/>
              <a:lumOff val="60000"/>
              <a:alpha val="62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1F90D3-D68F-9F23-5CE8-17F0413F4860}"/>
              </a:ext>
            </a:extLst>
          </p:cNvPr>
          <p:cNvSpPr/>
          <p:nvPr/>
        </p:nvSpPr>
        <p:spPr>
          <a:xfrm>
            <a:off x="492373" y="1354015"/>
            <a:ext cx="175847" cy="4847493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F5BC91-1322-6FD2-338C-06BE6DE09A61}"/>
              </a:ext>
            </a:extLst>
          </p:cNvPr>
          <p:cNvSpPr/>
          <p:nvPr/>
        </p:nvSpPr>
        <p:spPr>
          <a:xfrm>
            <a:off x="492372" y="3429000"/>
            <a:ext cx="175847" cy="2772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AE943D-B042-DDCF-450C-0876A3355564}"/>
              </a:ext>
            </a:extLst>
          </p:cNvPr>
          <p:cNvSpPr txBox="1"/>
          <p:nvPr/>
        </p:nvSpPr>
        <p:spPr>
          <a:xfrm>
            <a:off x="123095" y="6201508"/>
            <a:ext cx="1090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energy bar</a:t>
            </a:r>
            <a:endParaRPr lang="zh-CN" altLang="en-US" sz="1100" dirty="0"/>
          </a:p>
        </p:txBody>
      </p:sp>
      <p:sp>
        <p:nvSpPr>
          <p:cNvPr id="18" name="爆炸形: 8 pt  17">
            <a:extLst>
              <a:ext uri="{FF2B5EF4-FFF2-40B4-BE49-F238E27FC236}">
                <a16:creationId xmlns:a16="http://schemas.microsoft.com/office/drawing/2014/main" id="{1B2F7128-96E4-6A7E-AD44-E61A55DCC963}"/>
              </a:ext>
            </a:extLst>
          </p:cNvPr>
          <p:cNvSpPr/>
          <p:nvPr/>
        </p:nvSpPr>
        <p:spPr>
          <a:xfrm>
            <a:off x="4108938" y="4349263"/>
            <a:ext cx="568570" cy="697522"/>
          </a:xfrm>
          <a:prstGeom prst="irregularSeal1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笑脸 18">
            <a:extLst>
              <a:ext uri="{FF2B5EF4-FFF2-40B4-BE49-F238E27FC236}">
                <a16:creationId xmlns:a16="http://schemas.microsoft.com/office/drawing/2014/main" id="{5B9E4BE9-5093-7EE3-C825-EC2D743DE4C3}"/>
              </a:ext>
            </a:extLst>
          </p:cNvPr>
          <p:cNvSpPr/>
          <p:nvPr/>
        </p:nvSpPr>
        <p:spPr>
          <a:xfrm>
            <a:off x="3704492" y="4443046"/>
            <a:ext cx="486508" cy="492369"/>
          </a:xfrm>
          <a:prstGeom prst="smileyFac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笑脸 19">
            <a:extLst>
              <a:ext uri="{FF2B5EF4-FFF2-40B4-BE49-F238E27FC236}">
                <a16:creationId xmlns:a16="http://schemas.microsoft.com/office/drawing/2014/main" id="{99199161-3B74-10C2-0326-6EC8047C6BF3}"/>
              </a:ext>
            </a:extLst>
          </p:cNvPr>
          <p:cNvSpPr/>
          <p:nvPr/>
        </p:nvSpPr>
        <p:spPr>
          <a:xfrm>
            <a:off x="4258408" y="1553307"/>
            <a:ext cx="515815" cy="515816"/>
          </a:xfrm>
          <a:prstGeom prst="smileyFac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笑脸 20">
            <a:extLst>
              <a:ext uri="{FF2B5EF4-FFF2-40B4-BE49-F238E27FC236}">
                <a16:creationId xmlns:a16="http://schemas.microsoft.com/office/drawing/2014/main" id="{A247326E-8714-CC0E-7884-7371EE6D34DE}"/>
              </a:ext>
            </a:extLst>
          </p:cNvPr>
          <p:cNvSpPr/>
          <p:nvPr/>
        </p:nvSpPr>
        <p:spPr>
          <a:xfrm>
            <a:off x="6600092" y="1418492"/>
            <a:ext cx="533400" cy="515816"/>
          </a:xfrm>
          <a:prstGeom prst="smileyFac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E738A5-8EF0-655B-6675-727F629918CF}"/>
              </a:ext>
            </a:extLst>
          </p:cNvPr>
          <p:cNvSpPr txBox="1"/>
          <p:nvPr/>
        </p:nvSpPr>
        <p:spPr>
          <a:xfrm>
            <a:off x="2221523" y="5095773"/>
            <a:ext cx="322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The enemy will run into a wall.</a:t>
            </a:r>
          </a:p>
          <a:p>
            <a:r>
              <a:rPr lang="en-US" altLang="zh-CN" sz="1200" dirty="0"/>
              <a:t>Players will earn points.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0B8416-B2E5-3DFE-B226-2D2F53668795}"/>
              </a:ext>
            </a:extLst>
          </p:cNvPr>
          <p:cNvSpPr txBox="1"/>
          <p:nvPr/>
        </p:nvSpPr>
        <p:spPr>
          <a:xfrm>
            <a:off x="3803007" y="1913982"/>
            <a:ext cx="6652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/>
              <a:t>Rusher</a:t>
            </a:r>
            <a:endParaRPr lang="zh-CN" altLang="en-US" sz="9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6FEA38-0BBF-48B9-AC1A-BC9CF2FC9ABB}"/>
              </a:ext>
            </a:extLst>
          </p:cNvPr>
          <p:cNvSpPr txBox="1"/>
          <p:nvPr/>
        </p:nvSpPr>
        <p:spPr>
          <a:xfrm>
            <a:off x="6257192" y="1201616"/>
            <a:ext cx="647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player</a:t>
            </a:r>
            <a:endParaRPr lang="zh-CN" altLang="en-US" sz="1200" b="1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AB5A98C-1B05-246A-530B-73D0DE553482}"/>
              </a:ext>
            </a:extLst>
          </p:cNvPr>
          <p:cNvSpPr/>
          <p:nvPr/>
        </p:nvSpPr>
        <p:spPr>
          <a:xfrm>
            <a:off x="158263" y="559005"/>
            <a:ext cx="890954" cy="486507"/>
          </a:xfrm>
          <a:prstGeom prst="roundRect">
            <a:avLst/>
          </a:prstGeom>
          <a:noFill/>
          <a:ln>
            <a:solidFill>
              <a:srgbClr val="FFF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473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94E08A-0235-FB0F-F824-EEFBE5C71760}"/>
              </a:ext>
            </a:extLst>
          </p:cNvPr>
          <p:cNvSpPr txBox="1"/>
          <p:nvPr/>
        </p:nvSpPr>
        <p:spPr>
          <a:xfrm>
            <a:off x="3363028" y="4164636"/>
            <a:ext cx="898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Interceptor</a:t>
            </a:r>
            <a:endParaRPr lang="zh-CN" altLang="en-US" sz="1050" dirty="0"/>
          </a:p>
        </p:txBody>
      </p:sp>
      <p:sp>
        <p:nvSpPr>
          <p:cNvPr id="3" name="笑脸 2">
            <a:extLst>
              <a:ext uri="{FF2B5EF4-FFF2-40B4-BE49-F238E27FC236}">
                <a16:creationId xmlns:a16="http://schemas.microsoft.com/office/drawing/2014/main" id="{0EACF058-1553-361F-1D6C-BD3261B44203}"/>
              </a:ext>
            </a:extLst>
          </p:cNvPr>
          <p:cNvSpPr/>
          <p:nvPr/>
        </p:nvSpPr>
        <p:spPr>
          <a:xfrm>
            <a:off x="7511557" y="3363264"/>
            <a:ext cx="561006" cy="578996"/>
          </a:xfrm>
          <a:prstGeom prst="smileyFac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521B84D-F526-4143-CB53-467AE2EE6B1C}"/>
              </a:ext>
            </a:extLst>
          </p:cNvPr>
          <p:cNvSpPr txBox="1"/>
          <p:nvPr/>
        </p:nvSpPr>
        <p:spPr>
          <a:xfrm>
            <a:off x="7339973" y="3109348"/>
            <a:ext cx="999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1" dirty="0"/>
              <a:t>Wall-Hugger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7430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7975E8-1DCB-8E8F-6828-9A32BBB27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585" y="990600"/>
            <a:ext cx="7578969" cy="426317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11D697D-AF55-1FCA-CC20-9291F86582AF}"/>
              </a:ext>
            </a:extLst>
          </p:cNvPr>
          <p:cNvSpPr/>
          <p:nvPr/>
        </p:nvSpPr>
        <p:spPr>
          <a:xfrm>
            <a:off x="3493477" y="193431"/>
            <a:ext cx="5193323" cy="7092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You control a blue man using </a:t>
            </a:r>
            <a:r>
              <a:rPr lang="en-US" altLang="zh-CN" sz="1100" b="1" dirty="0">
                <a:solidFill>
                  <a:schemeClr val="tx1"/>
                </a:solidFill>
              </a:rPr>
              <a:t>mouse-driven acceleration</a:t>
            </a:r>
            <a:r>
              <a:rPr lang="en-US" altLang="zh-CN" sz="1100" dirty="0">
                <a:solidFill>
                  <a:schemeClr val="tx1"/>
                </a:solidFill>
              </a:rPr>
              <a:t> to determine your thrust direction, while your </a:t>
            </a:r>
            <a:r>
              <a:rPr lang="en-US" altLang="zh-CN" sz="1100" b="1" dirty="0">
                <a:solidFill>
                  <a:schemeClr val="tx1"/>
                </a:solidFill>
              </a:rPr>
              <a:t>left hand</a:t>
            </a:r>
            <a:r>
              <a:rPr lang="en-US" altLang="zh-CN" sz="1100" dirty="0">
                <a:solidFill>
                  <a:schemeClr val="tx1"/>
                </a:solidFill>
              </a:rPr>
              <a:t> toggles the laws of physics. Your goal is not to fight, but to survive an increasingly lethal hunt by manipulating your own inertia.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580A59B-B369-245C-5A44-AD48D9F6C70C}"/>
              </a:ext>
            </a:extLst>
          </p:cNvPr>
          <p:cNvCxnSpPr/>
          <p:nvPr/>
        </p:nvCxnSpPr>
        <p:spPr>
          <a:xfrm flipV="1">
            <a:off x="7731369" y="990600"/>
            <a:ext cx="2145323" cy="1383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B4457E4-B650-6E89-A880-EA309B0FF09C}"/>
              </a:ext>
            </a:extLst>
          </p:cNvPr>
          <p:cNvSpPr txBox="1"/>
          <p:nvPr/>
        </p:nvSpPr>
        <p:spPr>
          <a:xfrm>
            <a:off x="9929446" y="390435"/>
            <a:ext cx="214532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b="1" dirty="0"/>
              <a:t>A-Key (High Friction):</a:t>
            </a:r>
            <a:r>
              <a:rPr lang="en-US" altLang="zh-CN" sz="900" dirty="0"/>
              <a:t> "The Grip." Provides instant traction and allows for impossible, sharp-angle turns.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b="1" dirty="0"/>
              <a:t>S-Key (Low Friction):</a:t>
            </a:r>
            <a:r>
              <a:rPr lang="en-US" altLang="zh-CN" sz="900" dirty="0"/>
              <a:t> "The Drift." Removes resistance, allowing you to build immense speed and slide across the map like a puck on ice.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b="1" dirty="0"/>
              <a:t>Spacebar:</a:t>
            </a:r>
            <a:r>
              <a:rPr lang="en-US" altLang="zh-CN" sz="900" dirty="0"/>
              <a:t> Resets to standard physics.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46BD42-F3FB-BF70-08D6-4B840316E652}"/>
              </a:ext>
            </a:extLst>
          </p:cNvPr>
          <p:cNvSpPr txBox="1"/>
          <p:nvPr/>
        </p:nvSpPr>
        <p:spPr>
          <a:xfrm>
            <a:off x="58615" y="2888902"/>
            <a:ext cx="18639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dirty="0"/>
              <a:t>The </a:t>
            </a:r>
            <a:r>
              <a:rPr lang="en-US" altLang="zh-CN" sz="900" b="1" dirty="0"/>
              <a:t>Energy Bar</a:t>
            </a:r>
            <a:r>
              <a:rPr lang="en-US" altLang="zh-CN" sz="900" dirty="0"/>
              <a:t> limits your use of friction fields.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dirty="0"/>
              <a:t>Activating High or Low friction drains energy.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900" dirty="0"/>
              <a:t>Energy regenerates naturally over time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CF5E0F4-F881-9FD0-E9D8-870343EB79BB}"/>
              </a:ext>
            </a:extLst>
          </p:cNvPr>
          <p:cNvCxnSpPr>
            <a:cxnSpLocks/>
          </p:cNvCxnSpPr>
          <p:nvPr/>
        </p:nvCxnSpPr>
        <p:spPr>
          <a:xfrm flipV="1">
            <a:off x="1837593" y="3294185"/>
            <a:ext cx="354622" cy="2872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562C744-7A6D-19C4-81B0-E56BDAF9707A}"/>
              </a:ext>
            </a:extLst>
          </p:cNvPr>
          <p:cNvSpPr txBox="1"/>
          <p:nvPr/>
        </p:nvSpPr>
        <p:spPr>
          <a:xfrm>
            <a:off x="9753600" y="3294185"/>
            <a:ext cx="214532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dirty="0"/>
              <a:t>The </a:t>
            </a:r>
            <a:r>
              <a:rPr lang="en-US" altLang="zh-CN" sz="1100" b="1"/>
              <a:t>Triple Threat:</a:t>
            </a:r>
            <a:endParaRPr lang="en-US" altLang="zh-CN" sz="1100" b="1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dirty="0"/>
              <a:t>The Hound (Purple):</a:t>
            </a:r>
            <a:r>
              <a:rPr lang="en-US" altLang="zh-CN" sz="1100" dirty="0"/>
              <a:t> An aggressive pursuit dog.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dirty="0"/>
              <a:t>The Interceptor:</a:t>
            </a:r>
            <a:r>
              <a:rPr lang="en-US" altLang="zh-CN" sz="1100" dirty="0"/>
              <a:t> A sophisticated predictive bot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100" b="1" dirty="0"/>
              <a:t>The Herder:</a:t>
            </a:r>
            <a:r>
              <a:rPr lang="en-US" altLang="zh-CN" sz="1100" dirty="0"/>
              <a:t> A tactical man that maintains a perimeter.  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03928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175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轶涵 王</dc:creator>
  <cp:lastModifiedBy>轶涵 王</cp:lastModifiedBy>
  <cp:revision>8</cp:revision>
  <dcterms:created xsi:type="dcterms:W3CDTF">2026-04-16T03:38:42Z</dcterms:created>
  <dcterms:modified xsi:type="dcterms:W3CDTF">2026-04-16T06:19:35Z</dcterms:modified>
</cp:coreProperties>
</file>